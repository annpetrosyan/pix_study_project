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51D21-7487-483D-8B99-A0E8B489F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1EFDC3-1943-489C-8D4C-73EA41711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367CFF-D4E3-449D-895B-2FAD13EB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5DC174-B714-4A6F-8FB4-FA3223BD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A9376E-AC50-4CDB-BDA1-AC741862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66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7C911-5D45-45B3-8902-224A5737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ECC4A-237A-44E3-B567-21BCDD870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4846F9-FC9D-4C86-B011-B33D542F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826199-B5EB-4844-B6D9-88A95F54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79070C-A4E3-49E5-9253-17DFCB64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31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D044F-610B-4781-9AC8-00B16CA5E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A1BC51-08BA-4310-B620-AD7144279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9150E2-1A9C-489F-8112-67D5888C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392F2A-6221-469D-9587-28C71340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3BB126-5162-46F6-860C-75632E839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08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B42F9-3F78-4AD8-9DCA-A460EC3E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34A0C-4A62-4FFA-90BC-83A9E5B09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557EF6-F667-47D9-B0F7-BB10188FD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B7B124-A23F-4C37-AE95-2205C153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F5DFB7-EC03-41B7-AEB3-528E2BF3F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8CAABA-F3C3-4F3D-A411-8E869A1F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77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00924-9425-41F6-838C-EE1FA605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6A9A5C-21A4-4F95-B10D-7F9E385A5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32936A-B417-4FFF-ADE0-6A995EE48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64FA1E-C4D6-4CA9-B851-FAF98CDE4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8505EF-DCBA-4F81-BEBE-647692FD2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52191D-0868-46FA-B5EC-44AE8F77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F11F55-BCCE-42DE-9EA0-38E3650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4DEF0F-FCD7-4F3C-AFE5-DAFF2885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45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5A1E9-6ECB-44DF-98C9-58F8E1CC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2AB7BA-9CF3-417B-9BA3-F6DA7C61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CBAAB7-77F4-46E9-A9CF-E5A61777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2A40BD-5CA5-41CF-B56F-875F649B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90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D8D25F-474A-4D94-946C-2835E401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49B281-B57B-404A-9E4F-7BF28DC1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AF4495-17CD-4F58-A4A6-CAF3E30A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69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D2E9D-A7B0-477A-8B2A-39315801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A537AD-F8B4-4C19-90D6-C7D1A4495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E652B7-5C5A-4CDF-89EB-D4ED7E11E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BA813-6238-4D1C-A0BE-74A2D760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9403B-18F9-4B88-ADC8-E96C04D4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6BFF38-2AA3-4A31-AE9D-A52C2C43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60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4A65A0-95F1-4BAE-804B-36F0D7DD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CF961AF-E8D2-4E46-857C-CDA1E382E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706F1C-073E-478E-948A-ADAA9F425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D8BB49-ABCF-470F-869F-74B7C9B0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E1D329-F64C-4B91-97B2-9481CAFD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B2F55B-AE18-4020-A113-C1351F5F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44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785B3-8E0C-4F32-9D32-18506B29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8FC991-4F6D-4A93-B75B-990A3B875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8C7F11-28C7-41CA-847F-8609D097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510C46-0A69-4998-97DD-0617F72F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FD316C-EE3E-4D65-9DB0-E5DBD1A9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17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656ADE-A9AE-4CB8-94F7-848EC0A93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365E7D-9FE9-46F6-BF7D-962B2293E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5DAF69-5D89-468A-AF1C-C9E77A28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ACAD58-1067-4198-9909-195DD64D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412894-7EA1-4473-9AC9-ADA85359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50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688C4-31FF-4F5F-89FC-147A8126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9DD8F9-98B9-4B83-BB4F-1A374C9C3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A2AC35-D4F9-4087-93C1-B754DF164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40476-2D28-4CAA-ADD7-40068E08950C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13DF7-F69F-4CC0-A92D-313668667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A74CAF-8D47-4946-8D9A-DEED33A53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A637B-A7CD-49CF-8FCE-B80B6CAA5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35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619C7F-B42B-4FA6-B85D-41D90DAFE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635"/>
            <a:ext cx="12192000" cy="52767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0299DA-2AA7-40F2-9B2D-D50728D0A7E7}"/>
              </a:ext>
            </a:extLst>
          </p:cNvPr>
          <p:cNvSpPr txBox="1"/>
          <p:nvPr/>
        </p:nvSpPr>
        <p:spPr>
          <a:xfrm>
            <a:off x="2726422" y="226395"/>
            <a:ext cx="5912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                           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Общая архитектура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397589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06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948A0B-6B65-471C-8FC4-DCB3C7BE8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082" y="0"/>
            <a:ext cx="740383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FD7FC0-F946-4813-A7F3-D48E97112563}"/>
              </a:ext>
            </a:extLst>
          </p:cNvPr>
          <p:cNvSpPr txBox="1"/>
          <p:nvPr/>
        </p:nvSpPr>
        <p:spPr>
          <a:xfrm>
            <a:off x="4540541" y="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Связь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Excel-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листов с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SAP-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транзакциями</a:t>
            </a:r>
          </a:p>
        </p:txBody>
      </p:sp>
    </p:spTree>
    <p:extLst>
      <p:ext uri="{BB962C8B-B14F-4D97-AF65-F5344CB8AC3E}">
        <p14:creationId xmlns:p14="http://schemas.microsoft.com/office/powerpoint/2010/main" val="1839142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30D75-9D59-4DAA-9607-1E764CE93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07" y="0"/>
            <a:ext cx="1108107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7DF3B9-4631-4AD3-BC62-4D72AAA78586}"/>
              </a:ext>
            </a:extLst>
          </p:cNvPr>
          <p:cNvSpPr txBox="1"/>
          <p:nvPr/>
        </p:nvSpPr>
        <p:spPr>
          <a:xfrm>
            <a:off x="4330817" y="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Архитектура скриптов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PIX Studio</a:t>
            </a:r>
          </a:p>
        </p:txBody>
      </p:sp>
    </p:spTree>
    <p:extLst>
      <p:ext uri="{BB962C8B-B14F-4D97-AF65-F5344CB8AC3E}">
        <p14:creationId xmlns:p14="http://schemas.microsoft.com/office/powerpoint/2010/main" val="118906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6C5065-1226-4AEF-AF64-28C434221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4" y="1786855"/>
            <a:ext cx="5098155" cy="37386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D55978-9A32-4D1A-8E50-CDAE08FE9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585" y="1786855"/>
            <a:ext cx="5098155" cy="37386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21D468-9DA0-4394-B4D3-91BCED04E38C}"/>
              </a:ext>
            </a:extLst>
          </p:cNvPr>
          <p:cNvSpPr txBox="1"/>
          <p:nvPr/>
        </p:nvSpPr>
        <p:spPr>
          <a:xfrm>
            <a:off x="4817378" y="461287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Метрики эффекта</a:t>
            </a:r>
          </a:p>
        </p:txBody>
      </p:sp>
    </p:spTree>
    <p:extLst>
      <p:ext uri="{BB962C8B-B14F-4D97-AF65-F5344CB8AC3E}">
        <p14:creationId xmlns:p14="http://schemas.microsoft.com/office/powerpoint/2010/main" val="29997740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</Words>
  <Application>Microsoft Office PowerPoint</Application>
  <PresentationFormat>Широкоэкранный</PresentationFormat>
  <Paragraphs>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Петросян Анна</dc:creator>
  <cp:lastModifiedBy>Петросян Анна</cp:lastModifiedBy>
  <cp:revision>1</cp:revision>
  <dcterms:created xsi:type="dcterms:W3CDTF">2026-07-02T13:40:45Z</dcterms:created>
  <dcterms:modified xsi:type="dcterms:W3CDTF">2026-07-02T13:44:11Z</dcterms:modified>
</cp:coreProperties>
</file>